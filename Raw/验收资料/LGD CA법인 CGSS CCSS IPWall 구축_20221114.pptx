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88" r:id="rId3"/>
    <p:sldId id="289" r:id="rId4"/>
    <p:sldId id="324" r:id="rId5"/>
    <p:sldId id="325" r:id="rId6"/>
    <p:sldId id="327" r:id="rId7"/>
    <p:sldId id="326" r:id="rId8"/>
    <p:sldId id="328" r:id="rId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480">
          <p15:clr>
            <a:srgbClr val="A4A3A4"/>
          </p15:clr>
        </p15:guide>
        <p15:guide id="3" orient="horz" pos="1616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pos="3120">
          <p15:clr>
            <a:srgbClr val="A4A3A4"/>
          </p15:clr>
        </p15:guide>
        <p15:guide id="6" pos="126">
          <p15:clr>
            <a:srgbClr val="A4A3A4"/>
          </p15:clr>
        </p15:guide>
        <p15:guide id="7" pos="6114">
          <p15:clr>
            <a:srgbClr val="A4A3A4"/>
          </p15:clr>
        </p15:guide>
        <p15:guide id="8" pos="761">
          <p15:clr>
            <a:srgbClr val="A4A3A4"/>
          </p15:clr>
        </p15:guide>
        <p15:guide id="9" pos="6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6B6B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7" autoAdjust="0"/>
    <p:restoredTop sz="95320" autoAdjust="0"/>
  </p:normalViewPr>
  <p:slideViewPr>
    <p:cSldViewPr showGuides="1">
      <p:cViewPr varScale="1">
        <p:scale>
          <a:sx n="120" d="100"/>
          <a:sy n="120" d="100"/>
        </p:scale>
        <p:origin x="1278" y="84"/>
      </p:cViewPr>
      <p:guideLst>
        <p:guide orient="horz" pos="2160"/>
        <p:guide orient="horz" pos="1480"/>
        <p:guide orient="horz" pos="1616"/>
        <p:guide orient="horz" pos="391"/>
        <p:guide pos="3120"/>
        <p:guide pos="126"/>
        <p:guide pos="6114"/>
        <p:guide pos="761"/>
        <p:guide pos="6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33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08" y="5123613"/>
            <a:ext cx="1920328" cy="396000"/>
          </a:xfrm>
          <a:prstGeom prst="rect">
            <a:avLst/>
          </a:prstGeom>
        </p:spPr>
      </p:pic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400" y="332656"/>
            <a:ext cx="105092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64568" y="1863874"/>
            <a:ext cx="705678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b="1" baseline="0" dirty="0" smtClean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 Regular" panose="020B0600000101010101" pitchFamily="50" charset="-127"/>
              </a:defRPr>
            </a:lvl1pPr>
          </a:lstStyle>
          <a:p>
            <a:pPr marL="0" lvl="0"/>
            <a:r>
              <a:rPr lang="ko-KR" altLang="en-US" dirty="0"/>
              <a:t>제목 </a:t>
            </a:r>
            <a:r>
              <a:rPr lang="en-US" altLang="ko-KR" dirty="0"/>
              <a:t>/ Title</a:t>
            </a:r>
            <a:endParaRPr lang="ko-KR" altLang="en-US" dirty="0"/>
          </a:p>
        </p:txBody>
      </p:sp>
      <p:sp>
        <p:nvSpPr>
          <p:cNvPr id="11" name="텍스트 개체 틀 46">
            <a:extLst>
              <a:ext uri="{FF2B5EF4-FFF2-40B4-BE49-F238E27FC236}">
                <a16:creationId xmlns:a16="http://schemas.microsoft.com/office/drawing/2014/main" id="{B94385E9-B086-4F3C-9D24-9B5EDCB40D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5084" y="2578695"/>
            <a:ext cx="7056784" cy="4616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600" baseline="0" dirty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ko-KR" altLang="en-US" dirty="0"/>
              <a:t>부제목</a:t>
            </a:r>
            <a:r>
              <a:rPr lang="en-US" altLang="ko-KR" dirty="0"/>
              <a:t>, </a:t>
            </a:r>
            <a:r>
              <a:rPr lang="ko-KR" altLang="en-US" dirty="0"/>
              <a:t>목차 </a:t>
            </a:r>
            <a:r>
              <a:rPr lang="en-US" altLang="ko-KR" dirty="0"/>
              <a:t>/ Subtitle, Agenda</a:t>
            </a:r>
            <a:endParaRPr lang="ko-KR" altLang="en-US" dirty="0"/>
          </a:p>
        </p:txBody>
      </p:sp>
      <p:sp>
        <p:nvSpPr>
          <p:cNvPr id="13" name="텍스트 개체 틀 50">
            <a:extLst>
              <a:ext uri="{FF2B5EF4-FFF2-40B4-BE49-F238E27FC236}">
                <a16:creationId xmlns:a16="http://schemas.microsoft.com/office/drawing/2014/main" id="{57809B1D-5CFC-4620-91EB-12C146FEA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5084" y="5184010"/>
            <a:ext cx="7056784" cy="27699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 marL="0" indent="0">
              <a:buNone/>
              <a:defRPr lang="en-US" altLang="ko-KR" sz="1200" b="1" i="0" baseline="0" dirty="0" smtClean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 Regular" panose="020B0600000101010101" pitchFamily="50" charset="-127"/>
              </a:defRPr>
            </a:lvl1pPr>
          </a:lstStyle>
          <a:p>
            <a:pPr marL="0" lvl="0"/>
            <a:r>
              <a:rPr lang="ko-KR" altLang="en-US" dirty="0" err="1"/>
              <a:t>조직명</a:t>
            </a:r>
            <a:r>
              <a:rPr lang="ko-KR" altLang="en-US" dirty="0"/>
              <a:t>｜</a:t>
            </a:r>
            <a:r>
              <a:rPr lang="en-US" altLang="ko-KR" dirty="0"/>
              <a:t> 202X. XX. XX</a:t>
            </a:r>
          </a:p>
        </p:txBody>
      </p:sp>
    </p:spTree>
    <p:extLst>
      <p:ext uri="{BB962C8B-B14F-4D97-AF65-F5344CB8AC3E}">
        <p14:creationId xmlns:p14="http://schemas.microsoft.com/office/powerpoint/2010/main" val="246797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직선 연결선 7">
            <a:extLst>
              <a:ext uri="{FF2B5EF4-FFF2-40B4-BE49-F238E27FC236}">
                <a16:creationId xmlns:a16="http://schemas.microsoft.com/office/drawing/2014/main" id="{20E4F6EE-77BD-4877-BE4F-6190B51EB952}"/>
              </a:ext>
            </a:extLst>
          </p:cNvPr>
          <p:cNvSpPr/>
          <p:nvPr userDrawn="1"/>
        </p:nvSpPr>
        <p:spPr>
          <a:xfrm>
            <a:off x="217592" y="6651277"/>
            <a:ext cx="947081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AF9E7F1D-92D7-4F46-ABDC-B76518D86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734" y="146400"/>
            <a:ext cx="9491674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/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0FB24BC-96A2-4DFF-8FD5-4958B2BD1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564262"/>
            <a:ext cx="9491674" cy="3508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 </a:t>
            </a:r>
            <a:r>
              <a:rPr lang="en-US" altLang="ko-KR" dirty="0"/>
              <a:t>/ Headline</a:t>
            </a:r>
          </a:p>
        </p:txBody>
      </p:sp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54" y="108717"/>
            <a:ext cx="922566" cy="3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C967B58-6B76-4496-B5BF-77C609D288E1}"/>
              </a:ext>
            </a:extLst>
          </p:cNvPr>
          <p:cNvSpPr txBox="1">
            <a:spLocks/>
          </p:cNvSpPr>
          <p:nvPr userDrawn="1"/>
        </p:nvSpPr>
        <p:spPr>
          <a:xfrm>
            <a:off x="8913440" y="6677694"/>
            <a:ext cx="864096" cy="15388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0000" tIns="0" rIns="90000" bIns="0" rtlCol="0" anchor="ctr">
            <a:spAutoFit/>
          </a:bodyPr>
          <a:lstStyle>
            <a:defPPr>
              <a:defRPr lang="ko-KR"/>
            </a:defPPr>
            <a:lvl1pPr algn="r">
              <a:defRPr sz="1000" baseline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lvl="0"/>
            <a:fld id="{86CB4B4D-7CA3-9044-876B-883B54F8677D}" type="slidenum">
              <a:rPr lang="en-US" altLang="ko-KR" b="0" smtClean="0"/>
              <a:pPr lvl="0"/>
              <a:t>‹#›</a:t>
            </a:fld>
            <a:r>
              <a:rPr lang="en-US" altLang="ko-KR" b="0" dirty="0"/>
              <a:t> / 1</a:t>
            </a:r>
            <a:endParaRPr lang="ko-KR" altLang="en-US" b="0" dirty="0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</p:spTree>
    <p:extLst>
      <p:ext uri="{BB962C8B-B14F-4D97-AF65-F5344CB8AC3E}">
        <p14:creationId xmlns:p14="http://schemas.microsoft.com/office/powerpoint/2010/main" val="274199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" name="직선 연결선 7">
            <a:extLst>
              <a:ext uri="{FF2B5EF4-FFF2-40B4-BE49-F238E27FC236}">
                <a16:creationId xmlns:a16="http://schemas.microsoft.com/office/drawing/2014/main" id="{20E4F6EE-77BD-4877-BE4F-6190B51EB952}"/>
              </a:ext>
            </a:extLst>
          </p:cNvPr>
          <p:cNvSpPr/>
          <p:nvPr userDrawn="1"/>
        </p:nvSpPr>
        <p:spPr>
          <a:xfrm>
            <a:off x="217592" y="6651277"/>
            <a:ext cx="9470816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AF9E7F1D-92D7-4F46-ABDC-B76518D86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734" y="146400"/>
            <a:ext cx="9491674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/>
            <a:r>
              <a:rPr lang="ko-KR" altLang="en-US" dirty="0" err="1"/>
              <a:t>유첨</a:t>
            </a:r>
            <a:r>
              <a:rPr lang="en-US" altLang="ko-KR" dirty="0"/>
              <a:t>. </a:t>
            </a: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0FB24BC-96A2-4DFF-8FD5-4958B2BD1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564262"/>
            <a:ext cx="9491674" cy="3508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 </a:t>
            </a:r>
            <a:r>
              <a:rPr lang="en-US" altLang="ko-KR" dirty="0"/>
              <a:t>/ Headline</a:t>
            </a:r>
          </a:p>
        </p:txBody>
      </p:sp>
      <p:pic>
        <p:nvPicPr>
          <p:cNvPr id="8" name="Picture 2" descr="C:\Users\ample_10\Desktop\img_vision_mainte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54" y="108717"/>
            <a:ext cx="922566" cy="35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29353CF3-5155-4B2B-B0B9-C6D19659D505}"/>
              </a:ext>
            </a:extLst>
          </p:cNvPr>
          <p:cNvSpPr txBox="1"/>
          <p:nvPr userDrawn="1"/>
        </p:nvSpPr>
        <p:spPr>
          <a:xfrm>
            <a:off x="4445494" y="6702379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LG Smart_H2.0 B"/>
                <a:sym typeface="LG Smart_H2.0 B"/>
              </a:rPr>
              <a:t>CONFIDENTIAL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</p:spTree>
    <p:extLst>
      <p:ext uri="{BB962C8B-B14F-4D97-AF65-F5344CB8AC3E}">
        <p14:creationId xmlns:p14="http://schemas.microsoft.com/office/powerpoint/2010/main" val="255560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69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22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280592" y="1969676"/>
            <a:ext cx="8208912" cy="523220"/>
          </a:xfrm>
        </p:spPr>
        <p:txBody>
          <a:bodyPr/>
          <a:lstStyle/>
          <a:p>
            <a:r>
              <a:rPr lang="en-US" altLang="zh-CN" sz="2800" dirty="0"/>
              <a:t>LGD CA</a:t>
            </a:r>
            <a:r>
              <a:rPr lang="ko-KR" altLang="en-US" sz="2800" dirty="0"/>
              <a:t>법인 </a:t>
            </a:r>
            <a:r>
              <a:rPr lang="en-US" altLang="ko-KR" sz="2800" dirty="0"/>
              <a:t>CGSS/CCSS </a:t>
            </a:r>
            <a:r>
              <a:rPr lang="en-US" altLang="ko-KR" sz="2800" dirty="0" err="1"/>
              <a:t>IPWall</a:t>
            </a:r>
            <a:r>
              <a:rPr lang="en-US" altLang="ko-KR" sz="2800" dirty="0"/>
              <a:t> </a:t>
            </a:r>
            <a:r>
              <a:rPr lang="ko-KR" altLang="en-US" sz="2800" dirty="0"/>
              <a:t>구축 입고 확인서</a:t>
            </a:r>
            <a:endParaRPr lang="en-US" altLang="ko-KR" sz="28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1305084" y="2779785"/>
            <a:ext cx="7056784" cy="721223"/>
          </a:xfrm>
        </p:spPr>
        <p:txBody>
          <a:bodyPr/>
          <a:lstStyle/>
          <a:p>
            <a:pPr marL="180975" indent="-180975">
              <a:lnSpc>
                <a:spcPct val="114000"/>
              </a:lnSpc>
              <a:spcBef>
                <a:spcPts val="800"/>
              </a:spcBef>
            </a:pPr>
            <a:r>
              <a:rPr lang="en-US" altLang="ko-KR" b="1" dirty="0">
                <a:cs typeface="+mn-cs"/>
              </a:rPr>
              <a:t>1. </a:t>
            </a:r>
            <a:r>
              <a:rPr lang="en-US" altLang="zh-CN" b="1" dirty="0">
                <a:cs typeface="+mn-cs"/>
              </a:rPr>
              <a:t>LGD CA</a:t>
            </a:r>
            <a:r>
              <a:rPr lang="ko-KR" altLang="en-US" b="1" dirty="0">
                <a:cs typeface="+mn-cs"/>
              </a:rPr>
              <a:t>법인 </a:t>
            </a:r>
            <a:r>
              <a:rPr lang="en-US" altLang="ko-KR" b="1" dirty="0">
                <a:cs typeface="+mn-cs"/>
              </a:rPr>
              <a:t>CGSS/CCSS </a:t>
            </a:r>
            <a:r>
              <a:rPr lang="en-US" altLang="ko-KR" b="1" dirty="0" err="1">
                <a:cs typeface="+mn-cs"/>
              </a:rPr>
              <a:t>IPWall</a:t>
            </a:r>
            <a:r>
              <a:rPr lang="ko-KR" altLang="en-US" b="1" dirty="0">
                <a:cs typeface="+mn-cs"/>
              </a:rPr>
              <a:t> 구축 입고 결과</a:t>
            </a:r>
            <a:endParaRPr lang="en-US" altLang="ko-KR" b="1" dirty="0">
              <a:cs typeface="+mn-cs"/>
            </a:endParaRPr>
          </a:p>
          <a:p>
            <a:pPr lvl="0">
              <a:lnSpc>
                <a:spcPct val="114000"/>
              </a:lnSpc>
              <a:spcBef>
                <a:spcPts val="800"/>
              </a:spcBef>
              <a:tabLst>
                <a:tab pos="1168400" algn="l"/>
              </a:tabLst>
            </a:pPr>
            <a:r>
              <a:rPr lang="en-US" altLang="ko-KR" sz="1400" dirty="0">
                <a:cs typeface="+mn-cs"/>
              </a:rPr>
              <a:t>      ※ </a:t>
            </a:r>
            <a:r>
              <a:rPr lang="ko-KR" altLang="en-US" sz="1400" dirty="0">
                <a:cs typeface="+mn-cs"/>
              </a:rPr>
              <a:t>첨부</a:t>
            </a:r>
            <a:r>
              <a:rPr lang="en-US" altLang="ko-KR" sz="1400" dirty="0">
                <a:cs typeface="+mn-cs"/>
              </a:rPr>
              <a:t>.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en-US" altLang="ko-KR" sz="1400" dirty="0">
              <a:cs typeface="+mn-cs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1305084" y="5168621"/>
            <a:ext cx="7056784" cy="307777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ko-KR" sz="1400" dirty="0">
                <a:cs typeface="+mn-cs"/>
              </a:rPr>
              <a:t>GZC DX Team</a:t>
            </a:r>
            <a:r>
              <a:rPr lang="ko-KR" altLang="en-US" sz="1400" b="0" dirty="0">
                <a:ea typeface="LG스마트체2.0 Regular" panose="020B0600000101010101" pitchFamily="50" charset="-127"/>
                <a:cs typeface="+mn-cs"/>
              </a:rPr>
              <a:t> ｜ </a:t>
            </a:r>
            <a:r>
              <a:rPr lang="en-US" altLang="ko-KR" sz="1400" b="0" dirty="0">
                <a:ea typeface="LG스마트체2.0 Regular" panose="020B0600000101010101" pitchFamily="50" charset="-127"/>
                <a:cs typeface="+mn-cs"/>
              </a:rPr>
              <a:t>2022. 11. 14</a:t>
            </a:r>
            <a:endParaRPr lang="ko-KR" altLang="en-US" sz="1400" b="0" dirty="0"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75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1. </a:t>
            </a:r>
            <a:r>
              <a:rPr lang="en-US" altLang="zh-CN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LGD CA CGSS/CCSS </a:t>
            </a:r>
            <a:r>
              <a:rPr lang="en-US" altLang="zh-CN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IPWall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 구축 입고 결과</a:t>
            </a:r>
            <a:endParaRPr lang="zh-CN" altLang="en-US" dirty="0"/>
          </a:p>
        </p:txBody>
      </p:sp>
      <p:sp>
        <p:nvSpPr>
          <p:cNvPr id="9" name="Rectangle 943"/>
          <p:cNvSpPr>
            <a:spLocks noChangeArrowheads="1"/>
          </p:cNvSpPr>
          <p:nvPr/>
        </p:nvSpPr>
        <p:spPr bwMode="auto">
          <a:xfrm>
            <a:off x="152400" y="673323"/>
            <a:ext cx="96488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아래와 같이 </a:t>
            </a:r>
            <a:r>
              <a:rPr lang="en-US" altLang="zh-CN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LGD CA CGSS/CCSS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IPWall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구축 전수 입고 및 확인됨</a:t>
            </a:r>
          </a:p>
        </p:txBody>
      </p:sp>
      <p:sp>
        <p:nvSpPr>
          <p:cNvPr id="10" name="Text Box 619"/>
          <p:cNvSpPr txBox="1">
            <a:spLocks noChangeArrowheads="1"/>
          </p:cNvSpPr>
          <p:nvPr/>
        </p:nvSpPr>
        <p:spPr bwMode="auto">
          <a:xfrm>
            <a:off x="150710" y="980728"/>
            <a:ext cx="9575800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4625" indent="-174625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일자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20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.11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4625" indent="-174625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장비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lang="en-US" altLang="ko-KR" sz="1000" dirty="0">
                <a:latin typeface="맑은 고딕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IP</a:t>
            </a:r>
            <a:r>
              <a:rPr lang="ko-KR" altLang="en-US" sz="1000" dirty="0">
                <a:latin typeface="맑은 고딕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Wall</a:t>
            </a:r>
            <a:r>
              <a:rPr lang="ko-KR" altLang="en-US" sz="1000" dirty="0">
                <a:latin typeface="맑은 고딕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맑은 고딕"/>
                <a:ea typeface="LG스마트체 Regular" panose="020B0600000101010101" pitchFamily="50" charset="-127"/>
              </a:rPr>
              <a:t>Controller</a:t>
            </a:r>
            <a:r>
              <a:rPr lang="en-US" altLang="zh-CN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zh-CN" sz="1000" dirty="0">
                <a:latin typeface="맑은 고딕"/>
              </a:rPr>
              <a:t>/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VIVACE Agent / Network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영상표풀 라이선스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Graphic Card / Main Control System / EDID Dummy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젠더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수출 부대비용 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위치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LG Display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광저우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GZ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비품 창고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담당자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-. LGD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GZC DX Team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담당자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zh-CN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关婷婷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사원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-. CNS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담당자 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승영욱 경리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4625" indent="-174625" eaLnBrk="1" hangingPunct="1">
              <a:spcBef>
                <a:spcPct val="50000"/>
              </a:spcBef>
              <a:buFont typeface="+mj-lt"/>
              <a:buAutoNum type="arabicPeriod" startAt="5"/>
              <a:defRPr/>
            </a:pP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입고 결과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Group 1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355624"/>
              </p:ext>
            </p:extLst>
          </p:nvPr>
        </p:nvGraphicFramePr>
        <p:xfrm>
          <a:off x="214682" y="2875106"/>
          <a:ext cx="9447855" cy="2384782"/>
        </p:xfrm>
        <a:graphic>
          <a:graphicData uri="http://schemas.openxmlformats.org/drawingml/2006/table">
            <a:tbl>
              <a:tblPr/>
              <a:tblGrid>
                <a:gridCol w="52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91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종류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세부 내역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입고일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자산관리여부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Amount(CNY)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IP Wall Controller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MEDiARK</a:t>
                      </a:r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-S(12CH)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hlinkClick r:id="rId2" action="ppaction://hlinksldjump"/>
                        </a:rPr>
                        <a:t>▶ 첨부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VIVACE Agent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ViVACE</a:t>
                      </a:r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 Agent(Dongle)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3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Graphic Card 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Image-2K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4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Main Control System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ICS-R500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Y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5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834959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DP DOMMY PLUG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NM-RDP02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  <a:hlinkClick r:id="rId6" action="ppaction://hlinksldjump"/>
                        </a:rPr>
                        <a:t>▶ 첨부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047615"/>
                  </a:ext>
                </a:extLst>
              </a:tr>
              <a:tr h="2770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HW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SAFETY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수출 부대비용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부대비용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정상완료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94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effectLst/>
                        <a:latin typeface="맑은 고딕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T="45741" marB="457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371535"/>
              </p:ext>
            </p:extLst>
          </p:nvPr>
        </p:nvGraphicFramePr>
        <p:xfrm>
          <a:off x="344488" y="620687"/>
          <a:ext cx="9217024" cy="710501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 Wall Controller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MEDiARK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-S(12CH)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LTC-220920-1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LTC-220920-2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DA1521F-5339-5CD0-FFAB-0BEEC4B0DBA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37"/>
          <a:stretch/>
        </p:blipFill>
        <p:spPr>
          <a:xfrm>
            <a:off x="572139" y="4045856"/>
            <a:ext cx="2520000" cy="140992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156D445-E79A-792B-F7CB-723648B7A1C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7" t="14198" r="-537"/>
          <a:stretch/>
        </p:blipFill>
        <p:spPr>
          <a:xfrm>
            <a:off x="558401" y="2348880"/>
            <a:ext cx="2520000" cy="1334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E077DB-5C99-F440-D9F9-CFC6F770E2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33" y="2348880"/>
            <a:ext cx="192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5032FA-1A41-8E97-A380-A88721D247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2348880"/>
            <a:ext cx="1920000" cy="144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BE34BA8-99F4-AC84-E448-9FE54F6FD6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02" y="4045856"/>
            <a:ext cx="192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3AF3E1-994A-71C8-D92E-19E132FE35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4045856"/>
            <a:ext cx="192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4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10019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VIVACE Agent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ViVACE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Agent(Dongle)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zh-CN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F8FD87-C78B-4829-8397-A355490AD1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16832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56695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 Card</a:t>
                      </a:r>
                      <a:endParaRPr lang="zh-CN" altLang="en-US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Image-2K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223B20T005137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9F9273-D98B-E4B2-C7A9-701B4513942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1" t="47066" r="31437"/>
          <a:stretch/>
        </p:blipFill>
        <p:spPr>
          <a:xfrm>
            <a:off x="992560" y="2492896"/>
            <a:ext cx="3600000" cy="216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3E6FD0-BA6F-52EC-5A6A-DB1138CCF82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0" t="52915" r="17051" b="420"/>
          <a:stretch/>
        </p:blipFill>
        <p:spPr>
          <a:xfrm>
            <a:off x="5169426" y="2516142"/>
            <a:ext cx="360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746725"/>
              </p:ext>
            </p:extLst>
          </p:nvPr>
        </p:nvGraphicFramePr>
        <p:xfrm>
          <a:off x="344488" y="620687"/>
          <a:ext cx="9217024" cy="710501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Control System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ICS-R500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ICS22103101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ICS22103102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98D67A-DC02-8850-9B0C-15EBDC77A6DF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10" y="1754754"/>
            <a:ext cx="2520000" cy="18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4D7100D-D819-5EA2-B473-80EB55353BCD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10" y="4005064"/>
            <a:ext cx="2520000" cy="180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D86B84-2B73-CAEE-0C39-1340BA02C7E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74" y="1794668"/>
            <a:ext cx="2520000" cy="180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DB75C24-4D48-B94B-EA3C-0F6B41FCAA1A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18" y="4005064"/>
            <a:ext cx="2520000" cy="180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0DFEB02-FE0E-8E58-7D35-A2656FFAE0E6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238" y="1817432"/>
            <a:ext cx="2520000" cy="180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0BEF6AE-C9DC-B0EE-3D25-AF7E4B160CD3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208" y="4005064"/>
            <a:ext cx="252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첨부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.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</a:rPr>
              <a:t>입고 상세 내역</a:t>
            </a:r>
            <a:endParaRPr lang="zh-CN" altLang="en-US" dirty="0"/>
          </a:p>
        </p:txBody>
      </p:sp>
      <p:graphicFrame>
        <p:nvGraphicFramePr>
          <p:cNvPr id="40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546055"/>
              </p:ext>
            </p:extLst>
          </p:nvPr>
        </p:nvGraphicFramePr>
        <p:xfrm>
          <a:off x="344488" y="620687"/>
          <a:ext cx="9217024" cy="70645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Items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Serial Number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입고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 수량</a:t>
                      </a:r>
                    </a:p>
                  </a:txBody>
                  <a:tcPr marT="45688" marB="45688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9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DP DOMMY PLUG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NM-RDP02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zh-CN" sz="9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zh-CN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动作按钮: 第一张 3">
            <a:hlinkClick r:id="rId2" action="ppaction://hlinksldjump" highlightClick="1"/>
          </p:cNvPr>
          <p:cNvSpPr/>
          <p:nvPr/>
        </p:nvSpPr>
        <p:spPr>
          <a:xfrm>
            <a:off x="8193360" y="116632"/>
            <a:ext cx="432048" cy="288032"/>
          </a:xfrm>
          <a:prstGeom prst="actionButtonHom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CF39CB-2043-1D1C-4A9C-550F181E255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t="25447" r="47714" b="16401"/>
          <a:stretch/>
        </p:blipFill>
        <p:spPr>
          <a:xfrm>
            <a:off x="776536" y="2492896"/>
            <a:ext cx="3600000" cy="25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0B457E-17B9-8108-1623-811609CC3989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0" y="2564904"/>
            <a:ext cx="360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18719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+목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14302</TotalTime>
  <Words>331</Words>
  <Application>Microsoft Office PowerPoint</Application>
  <PresentationFormat>A4 용지(210x297mm)</PresentationFormat>
  <Paragraphs>131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LG스마트체 Regular</vt:lpstr>
      <vt:lpstr>LG스마트체2.0 Regular</vt:lpstr>
      <vt:lpstr>맑은 고딕</vt:lpstr>
      <vt:lpstr>Arial</vt:lpstr>
      <vt:lpstr>Arial Narrow</vt:lpstr>
      <vt:lpstr>제목+목차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양 학철</cp:lastModifiedBy>
  <cp:revision>139</cp:revision>
  <cp:lastPrinted>2021-11-18T07:16:15Z</cp:lastPrinted>
  <dcterms:created xsi:type="dcterms:W3CDTF">2021-03-23T11:07:42Z</dcterms:created>
  <dcterms:modified xsi:type="dcterms:W3CDTF">2022-11-14T07:34:31Z</dcterms:modified>
</cp:coreProperties>
</file>