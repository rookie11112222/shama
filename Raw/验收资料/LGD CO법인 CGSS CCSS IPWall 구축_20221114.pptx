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88" r:id="rId3"/>
    <p:sldId id="289" r:id="rId4"/>
    <p:sldId id="324" r:id="rId5"/>
    <p:sldId id="325" r:id="rId6"/>
    <p:sldId id="327" r:id="rId7"/>
    <p:sldId id="326" r:id="rId8"/>
    <p:sldId id="328" r:id="rId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480">
          <p15:clr>
            <a:srgbClr val="A4A3A4"/>
          </p15:clr>
        </p15:guide>
        <p15:guide id="3" orient="horz" pos="1616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pos="3120">
          <p15:clr>
            <a:srgbClr val="A4A3A4"/>
          </p15:clr>
        </p15:guide>
        <p15:guide id="6" pos="126">
          <p15:clr>
            <a:srgbClr val="A4A3A4"/>
          </p15:clr>
        </p15:guide>
        <p15:guide id="7" pos="6114">
          <p15:clr>
            <a:srgbClr val="A4A3A4"/>
          </p15:clr>
        </p15:guide>
        <p15:guide id="8" pos="761">
          <p15:clr>
            <a:srgbClr val="A4A3A4"/>
          </p15:clr>
        </p15:guide>
        <p15:guide id="9" pos="6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6B6B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7" autoAdjust="0"/>
    <p:restoredTop sz="95320" autoAdjust="0"/>
  </p:normalViewPr>
  <p:slideViewPr>
    <p:cSldViewPr showGuides="1">
      <p:cViewPr varScale="1">
        <p:scale>
          <a:sx n="120" d="100"/>
          <a:sy n="120" d="100"/>
        </p:scale>
        <p:origin x="1278" y="60"/>
      </p:cViewPr>
      <p:guideLst>
        <p:guide orient="horz" pos="2160"/>
        <p:guide orient="horz" pos="1480"/>
        <p:guide orient="horz" pos="1616"/>
        <p:guide orient="horz" pos="391"/>
        <p:guide pos="3120"/>
        <p:guide pos="126"/>
        <p:guide pos="6114"/>
        <p:guide pos="761"/>
        <p:guide pos="6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33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08" y="5123613"/>
            <a:ext cx="1920328" cy="396000"/>
          </a:xfrm>
          <a:prstGeom prst="rect">
            <a:avLst/>
          </a:prstGeom>
        </p:spPr>
      </p:pic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400" y="332656"/>
            <a:ext cx="105092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64568" y="1863874"/>
            <a:ext cx="705678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b="1" baseline="0" dirty="0" smtClean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 Regular" panose="020B0600000101010101" pitchFamily="50" charset="-127"/>
              </a:defRPr>
            </a:lvl1pPr>
          </a:lstStyle>
          <a:p>
            <a:pPr marL="0" lvl="0"/>
            <a:r>
              <a:rPr lang="ko-KR" altLang="en-US" dirty="0"/>
              <a:t>제목 </a:t>
            </a:r>
            <a:r>
              <a:rPr lang="en-US" altLang="ko-KR" dirty="0"/>
              <a:t>/ Title</a:t>
            </a:r>
            <a:endParaRPr lang="ko-KR" altLang="en-US" dirty="0"/>
          </a:p>
        </p:txBody>
      </p:sp>
      <p:sp>
        <p:nvSpPr>
          <p:cNvPr id="11" name="텍스트 개체 틀 46">
            <a:extLst>
              <a:ext uri="{FF2B5EF4-FFF2-40B4-BE49-F238E27FC236}">
                <a16:creationId xmlns:a16="http://schemas.microsoft.com/office/drawing/2014/main" id="{B94385E9-B086-4F3C-9D24-9B5EDCB40D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5084" y="2578695"/>
            <a:ext cx="7056784" cy="4616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600" baseline="0" dirty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ko-KR" altLang="en-US" dirty="0"/>
              <a:t>부제목</a:t>
            </a:r>
            <a:r>
              <a:rPr lang="en-US" altLang="ko-KR" dirty="0"/>
              <a:t>, </a:t>
            </a:r>
            <a:r>
              <a:rPr lang="ko-KR" altLang="en-US" dirty="0"/>
              <a:t>목차 </a:t>
            </a:r>
            <a:r>
              <a:rPr lang="en-US" altLang="ko-KR" dirty="0"/>
              <a:t>/ Subtitle, Agenda</a:t>
            </a:r>
            <a:endParaRPr lang="ko-KR" altLang="en-US" dirty="0"/>
          </a:p>
        </p:txBody>
      </p:sp>
      <p:sp>
        <p:nvSpPr>
          <p:cNvPr id="13" name="텍스트 개체 틀 50">
            <a:extLst>
              <a:ext uri="{FF2B5EF4-FFF2-40B4-BE49-F238E27FC236}">
                <a16:creationId xmlns:a16="http://schemas.microsoft.com/office/drawing/2014/main" id="{57809B1D-5CFC-4620-91EB-12C146FEA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5084" y="5184010"/>
            <a:ext cx="7056784" cy="27699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 marL="0" indent="0">
              <a:buNone/>
              <a:defRPr lang="en-US" altLang="ko-KR" sz="1200" b="1" i="0" baseline="0" dirty="0" smtClean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 Regular" panose="020B0600000101010101" pitchFamily="50" charset="-127"/>
              </a:defRPr>
            </a:lvl1pPr>
          </a:lstStyle>
          <a:p>
            <a:pPr marL="0" lvl="0"/>
            <a:r>
              <a:rPr lang="ko-KR" altLang="en-US" dirty="0" err="1"/>
              <a:t>조직명</a:t>
            </a:r>
            <a:r>
              <a:rPr lang="ko-KR" altLang="en-US" dirty="0"/>
              <a:t>｜</a:t>
            </a:r>
            <a:r>
              <a:rPr lang="en-US" altLang="ko-KR" dirty="0"/>
              <a:t> 202X. XX. XX</a:t>
            </a:r>
          </a:p>
        </p:txBody>
      </p:sp>
    </p:spTree>
    <p:extLst>
      <p:ext uri="{BB962C8B-B14F-4D97-AF65-F5344CB8AC3E}">
        <p14:creationId xmlns:p14="http://schemas.microsoft.com/office/powerpoint/2010/main" val="246797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직선 연결선 7">
            <a:extLst>
              <a:ext uri="{FF2B5EF4-FFF2-40B4-BE49-F238E27FC236}">
                <a16:creationId xmlns:a16="http://schemas.microsoft.com/office/drawing/2014/main" id="{20E4F6EE-77BD-4877-BE4F-6190B51EB952}"/>
              </a:ext>
            </a:extLst>
          </p:cNvPr>
          <p:cNvSpPr/>
          <p:nvPr userDrawn="1"/>
        </p:nvSpPr>
        <p:spPr>
          <a:xfrm>
            <a:off x="217592" y="6651277"/>
            <a:ext cx="947081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AF9E7F1D-92D7-4F46-ABDC-B76518D86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734" y="146400"/>
            <a:ext cx="9491674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/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0FB24BC-96A2-4DFF-8FD5-4958B2BD1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564262"/>
            <a:ext cx="9491674" cy="3508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 </a:t>
            </a:r>
            <a:r>
              <a:rPr lang="en-US" altLang="ko-KR" dirty="0"/>
              <a:t>/ Headline</a:t>
            </a:r>
          </a:p>
        </p:txBody>
      </p:sp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54" y="108717"/>
            <a:ext cx="922566" cy="3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C967B58-6B76-4496-B5BF-77C609D288E1}"/>
              </a:ext>
            </a:extLst>
          </p:cNvPr>
          <p:cNvSpPr txBox="1">
            <a:spLocks/>
          </p:cNvSpPr>
          <p:nvPr userDrawn="1"/>
        </p:nvSpPr>
        <p:spPr>
          <a:xfrm>
            <a:off x="8913440" y="6677694"/>
            <a:ext cx="864096" cy="153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0000" tIns="0" rIns="90000" bIns="0" rtlCol="0" anchor="ctr">
            <a:spAutoFit/>
          </a:bodyPr>
          <a:lstStyle>
            <a:defPPr>
              <a:defRPr lang="ko-KR"/>
            </a:defPPr>
            <a:lvl1pPr algn="r">
              <a:defRPr sz="1000" baseline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lvl="0"/>
            <a:fld id="{86CB4B4D-7CA3-9044-876B-883B54F8677D}" type="slidenum">
              <a:rPr lang="en-US" altLang="ko-KR" b="0" smtClean="0"/>
              <a:pPr lvl="0"/>
              <a:t>‹#›</a:t>
            </a:fld>
            <a:r>
              <a:rPr lang="en-US" altLang="ko-KR" b="0" dirty="0"/>
              <a:t> / 1</a:t>
            </a:r>
            <a:endParaRPr lang="ko-KR" altLang="en-US" b="0" dirty="0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</p:spTree>
    <p:extLst>
      <p:ext uri="{BB962C8B-B14F-4D97-AF65-F5344CB8AC3E}">
        <p14:creationId xmlns:p14="http://schemas.microsoft.com/office/powerpoint/2010/main" val="274199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직선 연결선 7">
            <a:extLst>
              <a:ext uri="{FF2B5EF4-FFF2-40B4-BE49-F238E27FC236}">
                <a16:creationId xmlns:a16="http://schemas.microsoft.com/office/drawing/2014/main" id="{20E4F6EE-77BD-4877-BE4F-6190B51EB952}"/>
              </a:ext>
            </a:extLst>
          </p:cNvPr>
          <p:cNvSpPr/>
          <p:nvPr userDrawn="1"/>
        </p:nvSpPr>
        <p:spPr>
          <a:xfrm>
            <a:off x="217592" y="6651277"/>
            <a:ext cx="947081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AF9E7F1D-92D7-4F46-ABDC-B76518D86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734" y="146400"/>
            <a:ext cx="9491674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/>
            <a:r>
              <a:rPr lang="ko-KR" altLang="en-US" dirty="0" err="1"/>
              <a:t>유첨</a:t>
            </a:r>
            <a:r>
              <a:rPr lang="en-US" altLang="ko-KR" dirty="0"/>
              <a:t>. </a:t>
            </a: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0FB24BC-96A2-4DFF-8FD5-4958B2BD1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564262"/>
            <a:ext cx="9491674" cy="3508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 </a:t>
            </a:r>
            <a:r>
              <a:rPr lang="en-US" altLang="ko-KR" dirty="0"/>
              <a:t>/ Headline</a:t>
            </a:r>
          </a:p>
        </p:txBody>
      </p:sp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54" y="108717"/>
            <a:ext cx="922566" cy="3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</p:spTree>
    <p:extLst>
      <p:ext uri="{BB962C8B-B14F-4D97-AF65-F5344CB8AC3E}">
        <p14:creationId xmlns:p14="http://schemas.microsoft.com/office/powerpoint/2010/main" val="255560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69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22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280592" y="1969676"/>
            <a:ext cx="8208912" cy="523220"/>
          </a:xfrm>
        </p:spPr>
        <p:txBody>
          <a:bodyPr/>
          <a:lstStyle/>
          <a:p>
            <a:r>
              <a:rPr lang="en-US" altLang="zh-CN" sz="2800" dirty="0"/>
              <a:t>LGD CO</a:t>
            </a:r>
            <a:r>
              <a:rPr lang="ko-KR" altLang="en-US" sz="2800" dirty="0"/>
              <a:t>법인 </a:t>
            </a:r>
            <a:r>
              <a:rPr lang="en-US" altLang="ko-KR" sz="2800" dirty="0"/>
              <a:t>CGSS/CCSS </a:t>
            </a:r>
            <a:r>
              <a:rPr lang="en-US" altLang="ko-KR" sz="2800" dirty="0" err="1"/>
              <a:t>IPWall</a:t>
            </a:r>
            <a:r>
              <a:rPr lang="en-US" altLang="ko-KR" sz="2800" dirty="0"/>
              <a:t> </a:t>
            </a:r>
            <a:r>
              <a:rPr lang="ko-KR" altLang="en-US" sz="2800" dirty="0"/>
              <a:t>구축 입고 확인서</a:t>
            </a:r>
            <a:endParaRPr lang="en-US" altLang="ko-KR" sz="28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1305084" y="2779785"/>
            <a:ext cx="7056784" cy="721223"/>
          </a:xfrm>
        </p:spPr>
        <p:txBody>
          <a:bodyPr/>
          <a:lstStyle/>
          <a:p>
            <a:pPr marL="180975" indent="-180975">
              <a:lnSpc>
                <a:spcPct val="114000"/>
              </a:lnSpc>
              <a:spcBef>
                <a:spcPts val="800"/>
              </a:spcBef>
            </a:pPr>
            <a:r>
              <a:rPr lang="en-US" altLang="ko-KR" b="1" dirty="0">
                <a:cs typeface="+mn-cs"/>
              </a:rPr>
              <a:t>1. </a:t>
            </a:r>
            <a:r>
              <a:rPr lang="en-US" altLang="zh-CN" b="1" dirty="0">
                <a:cs typeface="+mn-cs"/>
              </a:rPr>
              <a:t>LGD CO</a:t>
            </a:r>
            <a:r>
              <a:rPr lang="ko-KR" altLang="en-US" b="1" dirty="0">
                <a:cs typeface="+mn-cs"/>
              </a:rPr>
              <a:t>법인 </a:t>
            </a:r>
            <a:r>
              <a:rPr lang="en-US" altLang="ko-KR" b="1" dirty="0">
                <a:cs typeface="+mn-cs"/>
              </a:rPr>
              <a:t>CGSS/CCSS </a:t>
            </a:r>
            <a:r>
              <a:rPr lang="en-US" altLang="ko-KR" b="1" dirty="0" err="1">
                <a:cs typeface="+mn-cs"/>
              </a:rPr>
              <a:t>IPWall</a:t>
            </a:r>
            <a:r>
              <a:rPr lang="ko-KR" altLang="en-US" b="1" dirty="0">
                <a:cs typeface="+mn-cs"/>
              </a:rPr>
              <a:t> 구축 입고 결과</a:t>
            </a:r>
            <a:endParaRPr lang="en-US" altLang="ko-KR" b="1" dirty="0">
              <a:cs typeface="+mn-cs"/>
            </a:endParaRPr>
          </a:p>
          <a:p>
            <a:pPr lvl="0">
              <a:lnSpc>
                <a:spcPct val="114000"/>
              </a:lnSpc>
              <a:spcBef>
                <a:spcPts val="800"/>
              </a:spcBef>
              <a:tabLst>
                <a:tab pos="1168400" algn="l"/>
              </a:tabLst>
            </a:pPr>
            <a:r>
              <a:rPr lang="en-US" altLang="ko-KR" sz="1400" dirty="0">
                <a:cs typeface="+mn-cs"/>
              </a:rPr>
              <a:t>      ※ </a:t>
            </a:r>
            <a:r>
              <a:rPr lang="ko-KR" altLang="en-US" sz="1400" dirty="0">
                <a:cs typeface="+mn-cs"/>
              </a:rPr>
              <a:t>첨부</a:t>
            </a:r>
            <a:r>
              <a:rPr lang="en-US" altLang="ko-KR" sz="1400" dirty="0">
                <a:cs typeface="+mn-cs"/>
              </a:rPr>
              <a:t>.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en-US" altLang="ko-KR" sz="1400" dirty="0">
              <a:cs typeface="+mn-cs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1305084" y="5168621"/>
            <a:ext cx="7056784" cy="307777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ko-KR" sz="1400" dirty="0">
                <a:cs typeface="+mn-cs"/>
              </a:rPr>
              <a:t>GZC DX Team</a:t>
            </a:r>
            <a:r>
              <a:rPr lang="ko-KR" altLang="en-US" sz="1400" b="0" dirty="0">
                <a:ea typeface="LG스마트체2.0 Regular" panose="020B0600000101010101" pitchFamily="50" charset="-127"/>
                <a:cs typeface="+mn-cs"/>
              </a:rPr>
              <a:t> ｜ </a:t>
            </a:r>
            <a:r>
              <a:rPr lang="en-US" altLang="ko-KR" sz="1400" b="0" dirty="0">
                <a:ea typeface="LG스마트체2.0 Regular" panose="020B0600000101010101" pitchFamily="50" charset="-127"/>
                <a:cs typeface="+mn-cs"/>
              </a:rPr>
              <a:t>2022. 11. 14</a:t>
            </a:r>
            <a:endParaRPr lang="ko-KR" altLang="en-US" sz="1400" b="0" dirty="0"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75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1. </a:t>
            </a:r>
            <a:r>
              <a:rPr lang="en-US" altLang="zh-CN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LGD CO CGSS/CCSS </a:t>
            </a:r>
            <a:r>
              <a:rPr lang="en-US" altLang="zh-CN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IPWall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 구축 입고 결과</a:t>
            </a:r>
            <a:endParaRPr lang="zh-CN" altLang="en-US" dirty="0"/>
          </a:p>
        </p:txBody>
      </p:sp>
      <p:sp>
        <p:nvSpPr>
          <p:cNvPr id="9" name="Rectangle 943"/>
          <p:cNvSpPr>
            <a:spLocks noChangeArrowheads="1"/>
          </p:cNvSpPr>
          <p:nvPr/>
        </p:nvSpPr>
        <p:spPr bwMode="auto">
          <a:xfrm>
            <a:off x="152400" y="673323"/>
            <a:ext cx="96488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아래와 같이 </a:t>
            </a:r>
            <a:r>
              <a:rPr lang="en-US" altLang="zh-CN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LGD CO CGSS/CCSS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IPWall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구축 전수 입고 및 확인됨</a:t>
            </a:r>
          </a:p>
        </p:txBody>
      </p:sp>
      <p:sp>
        <p:nvSpPr>
          <p:cNvPr id="10" name="Text Box 619"/>
          <p:cNvSpPr txBox="1">
            <a:spLocks noChangeArrowheads="1"/>
          </p:cNvSpPr>
          <p:nvPr/>
        </p:nvSpPr>
        <p:spPr bwMode="auto">
          <a:xfrm>
            <a:off x="150710" y="980728"/>
            <a:ext cx="9575800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4625" indent="-174625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일자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.11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4625" indent="-174625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장비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lang="en-US" altLang="ko-KR" sz="1000" dirty="0">
                <a:latin typeface="맑은 고딕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IP</a:t>
            </a:r>
            <a:r>
              <a:rPr lang="ko-KR" altLang="en-US" sz="1000" dirty="0">
                <a:latin typeface="맑은 고딕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Wall</a:t>
            </a:r>
            <a:r>
              <a:rPr lang="ko-KR" altLang="en-US" sz="1000" dirty="0">
                <a:latin typeface="맑은 고딕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Controller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zh-CN" sz="1000" dirty="0">
                <a:latin typeface="맑은 고딕"/>
              </a:rPr>
              <a:t>/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VIVACE Agent / Network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영상표풀 라이선스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Graphic Card / Main Control System / EDID Dummy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젠더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수출 부대비용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위치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LG Display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광저우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GZ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비품 창고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담당자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-. LGD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GZC DX Team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담당자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zh-CN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关婷婷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사원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-. CNS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담당자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승영욱 경리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4625" indent="-174625" eaLnBrk="1" hangingPunct="1">
              <a:spcBef>
                <a:spcPct val="50000"/>
              </a:spcBef>
              <a:buFont typeface="+mj-lt"/>
              <a:buAutoNum type="arabicPeriod" startAt="5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결과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Group 1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388217"/>
              </p:ext>
            </p:extLst>
          </p:nvPr>
        </p:nvGraphicFramePr>
        <p:xfrm>
          <a:off x="214682" y="2875106"/>
          <a:ext cx="9447855" cy="2384782"/>
        </p:xfrm>
        <a:graphic>
          <a:graphicData uri="http://schemas.openxmlformats.org/drawingml/2006/table">
            <a:tbl>
              <a:tblPr/>
              <a:tblGrid>
                <a:gridCol w="52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91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종류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세부 내역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입고일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자산관리여부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Amount(CNY)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IP Wall Controller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MEDiARK</a:t>
                      </a:r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-S(12CH)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hlinkClick r:id="rId2" action="ppaction://hlinksldjump"/>
                        </a:rPr>
                        <a:t>▶ 첨부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VIVACE Agent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ViVACE</a:t>
                      </a:r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 Agent(Dongle)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3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Graphic Card 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Image-2K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4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Main Control System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ICS-R500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5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834959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DP DOMMY PLUG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NM-RDP02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6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047615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수출 부대비용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부대비용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94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effectLst/>
                        <a:latin typeface="맑은 고딕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48357"/>
              </p:ext>
            </p:extLst>
          </p:nvPr>
        </p:nvGraphicFramePr>
        <p:xfrm>
          <a:off x="344488" y="620687"/>
          <a:ext cx="9217024" cy="847661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 Wall Controller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MEDiARK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-S(12CH)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LTC-220920-3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LTC-220920-4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LTC-220920-5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75F68D-0D6B-A2D9-1BAA-DC71BCA43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28" y="5068933"/>
            <a:ext cx="1920000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7D483C-2EEE-D6E1-9C3C-7F22F578AD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384" y="5085184"/>
            <a:ext cx="1920000" cy="144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3790CA-9E9B-98FD-9590-5664826561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28" y="3379087"/>
            <a:ext cx="1920000" cy="14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D7464-5072-EB58-365F-695D0AF6C6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384" y="3387213"/>
            <a:ext cx="1920000" cy="144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2C77542-213B-A6AC-56C7-E080558DB5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28" y="1689241"/>
            <a:ext cx="1920000" cy="144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DB775ED-26CF-D19D-438C-456340E51CE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385" y="1689241"/>
            <a:ext cx="1919999" cy="144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3349B76-FF0F-6E6C-BF25-39A05ACFFA46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88393" y="1690459"/>
            <a:ext cx="2520000" cy="141263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DA1521F-5339-5CD0-FFAB-0BEEC4B0DBA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37"/>
          <a:stretch/>
        </p:blipFill>
        <p:spPr>
          <a:xfrm>
            <a:off x="688393" y="3379087"/>
            <a:ext cx="2520000" cy="140992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156D445-E79A-792B-F7CB-723648B7A1C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7" t="14198" r="-537"/>
          <a:stretch/>
        </p:blipFill>
        <p:spPr>
          <a:xfrm>
            <a:off x="678521" y="5085184"/>
            <a:ext cx="2520000" cy="13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4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602513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VIVACE Agent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ViVACE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Agent(Dongle)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zh-CN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E5E8E-E33B-C46B-3EFD-03D32BC6BA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509" y="2636912"/>
            <a:ext cx="4978981" cy="28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993073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 Card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Image-2K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223B20T005147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904265-8127-EF38-7932-5869141CD5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0" r="31750" b="53334"/>
          <a:stretch/>
        </p:blipFill>
        <p:spPr>
          <a:xfrm>
            <a:off x="1208584" y="3105903"/>
            <a:ext cx="2520000" cy="18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378A32-9694-FC35-DB08-6A0BBFE6152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9" r="19151" b="47734"/>
          <a:stretch/>
        </p:blipFill>
        <p:spPr>
          <a:xfrm>
            <a:off x="6321152" y="3076951"/>
            <a:ext cx="252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630037"/>
              </p:ext>
            </p:extLst>
          </p:nvPr>
        </p:nvGraphicFramePr>
        <p:xfrm>
          <a:off x="344488" y="620687"/>
          <a:ext cx="9217024" cy="710501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Control System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ICS-R500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ICS22103103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ICS22103104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493B4D-5A0E-4267-A15C-9359063DE8E0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71" y="2250399"/>
            <a:ext cx="2520000" cy="18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8AB0194-B755-C4EF-6446-B1094CDEA64C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71" y="4582147"/>
            <a:ext cx="2520000" cy="180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ACC3AD-7042-3E14-2F78-76DB2492798B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872" y="2275853"/>
            <a:ext cx="2520000" cy="180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8102CA6-74CA-B093-7E8D-3C6449A828AA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872" y="4582147"/>
            <a:ext cx="2520000" cy="180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8B95A21-F461-4FC1-5E52-4C15CD3DD737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232" y="4587786"/>
            <a:ext cx="2520000" cy="180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D44C510-54BA-F528-2A27-D0CA19077F22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232" y="2275853"/>
            <a:ext cx="252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510170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DP DOMMY PLUG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NM-RDP02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zh-CN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1E9726-3D0A-465B-9B60-5E23FF02AC8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53" t="19384" r="570" b="23755"/>
          <a:stretch/>
        </p:blipFill>
        <p:spPr>
          <a:xfrm>
            <a:off x="992560" y="2564904"/>
            <a:ext cx="3636000" cy="25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147CD6-4FE4-594B-299D-C3E6202F9A9D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2564904"/>
            <a:ext cx="3636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18719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+목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14269</TotalTime>
  <Words>332</Words>
  <Application>Microsoft Office PowerPoint</Application>
  <PresentationFormat>A4 용지(210x297mm)</PresentationFormat>
  <Paragraphs>132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LG스마트체 Regular</vt:lpstr>
      <vt:lpstr>LG스마트체2.0 Regular</vt:lpstr>
      <vt:lpstr>맑은 고딕</vt:lpstr>
      <vt:lpstr>Arial</vt:lpstr>
      <vt:lpstr>Arial Narrow</vt:lpstr>
      <vt:lpstr>제목+목차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양 학철</cp:lastModifiedBy>
  <cp:revision>138</cp:revision>
  <cp:lastPrinted>2021-11-18T07:16:15Z</cp:lastPrinted>
  <dcterms:created xsi:type="dcterms:W3CDTF">2021-03-23T11:07:42Z</dcterms:created>
  <dcterms:modified xsi:type="dcterms:W3CDTF">2022-11-14T07:27:27Z</dcterms:modified>
</cp:coreProperties>
</file>